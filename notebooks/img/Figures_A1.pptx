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6"/>
    <p:restoredTop sz="94648"/>
  </p:normalViewPr>
  <p:slideViewPr>
    <p:cSldViewPr snapToGrid="0">
      <p:cViewPr>
        <p:scale>
          <a:sx n="81" d="100"/>
          <a:sy n="81" d="100"/>
        </p:scale>
        <p:origin x="1496" y="9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7A9C1-844B-1D17-A611-8BC98F9040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F46F80-D2A4-D32A-9C87-3780651BA5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F95F9-CB7C-2093-FF74-448028A29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50488-8E6D-094E-8CC0-83423E9AB0BF}" type="datetimeFigureOut">
              <a:rPr lang="en-US" smtClean="0"/>
              <a:t>12/16/24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9B354-4377-981D-03A0-97B2FB6DB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2FF59-62F6-D85A-2DB8-D3F29013D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AB9D5-57F7-FE41-A89C-4DED40AD3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881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03481-3B45-DD58-226C-082DC747B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C6D18-D002-08AD-FE92-F0C47D305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32445-8ADF-EBA3-357F-B1F32F624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50488-8E6D-094E-8CC0-83423E9AB0BF}" type="datetimeFigureOut">
              <a:rPr lang="en-US" smtClean="0"/>
              <a:t>12/16/24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36024E-527F-21EB-C97A-7A56283FD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FA1F9-B455-FC65-0218-F249694E0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AB9D5-57F7-FE41-A89C-4DED40AD3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722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0F7C6-2BA6-45C4-D489-96D1AABAA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96E53-8615-62E2-1041-0614A42C5F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4BC6CE-DC7B-B2E5-7DEA-A99901723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50488-8E6D-094E-8CC0-83423E9AB0BF}" type="datetimeFigureOut">
              <a:rPr lang="en-US" smtClean="0"/>
              <a:t>12/16/24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8CFA7-4509-957A-C497-584C96F5C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6EA48-FEFB-16D6-152F-4A4D2CA53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AB9D5-57F7-FE41-A89C-4DED40AD3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274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592EE-976F-EE5A-A331-7139FC018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7FEF5-E46A-7BA8-D7FD-6547482344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88A45E-8C98-FDE9-4D6D-75A178D71E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AC107B-8EA7-6F65-AB59-B2F570C59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50488-8E6D-094E-8CC0-83423E9AB0BF}" type="datetimeFigureOut">
              <a:rPr lang="en-US" smtClean="0"/>
              <a:t>12/16/24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81F385-00FC-E329-64CB-A4189C045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BC1E3B-1822-85AE-4C4A-7F55D14B2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AB9D5-57F7-FE41-A89C-4DED40AD3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42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67F0B-33A6-1AF9-9C17-AA58FFF50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64CEFE-19BC-6869-5B05-EB680396F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B7BEE2-BEF3-A46D-2482-FF64F06EB4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D6BC6D-CD8F-0F0D-05F9-F7C1C0F7FD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291650-5EFC-864C-02DB-23894DFF58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A65715-6D5D-297C-1E3C-9DDBAD481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50488-8E6D-094E-8CC0-83423E9AB0BF}" type="datetimeFigureOut">
              <a:rPr lang="en-US" smtClean="0"/>
              <a:t>12/16/24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E0781B-94C3-344A-2531-9A6099453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2D882D-95C7-96FC-8DF9-828F1C3C4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AB9D5-57F7-FE41-A89C-4DED40AD3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20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46163-6E0C-4183-A0BE-3888D7F1F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0BA24B-3F3D-E08F-47B0-913FB244D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50488-8E6D-094E-8CC0-83423E9AB0BF}" type="datetimeFigureOut">
              <a:rPr lang="en-US" smtClean="0"/>
              <a:t>12/16/24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D6B2C2-C99F-BE8B-892F-6AB6413A5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787AE7-9FC1-84E2-B822-F11A57F57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AB9D5-57F7-FE41-A89C-4DED40AD3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837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A5DD08-3C4E-B33D-2F74-AB7058958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50488-8E6D-094E-8CC0-83423E9AB0BF}" type="datetimeFigureOut">
              <a:rPr lang="en-US" smtClean="0"/>
              <a:t>12/16/24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754982-FF85-CE6E-92A3-7E78E27B7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D3691-7C4F-E01D-12AE-B9B766E43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AB9D5-57F7-FE41-A89C-4DED40AD3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036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CDE95-8D87-F48A-F227-2AF067105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6CC29-E2B4-F0B5-883F-24C1DF39B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1830EB-7204-2808-AF0A-67FEF88C14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207A25-3E39-217A-515C-F45E6731E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50488-8E6D-094E-8CC0-83423E9AB0BF}" type="datetimeFigureOut">
              <a:rPr lang="en-US" smtClean="0"/>
              <a:t>12/16/24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26ACAA-5A7B-E614-C736-DDEAB8812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C083D0-B6DD-0951-1564-BA8F7A6B0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AB9D5-57F7-FE41-A89C-4DED40AD3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486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37053-C3C8-1FDA-4684-46B0F6FCA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39FD79-4EAD-C3C0-C621-27E6EA16A8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6504BB-3F56-8DF6-988B-FC578A201D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46950C-0C0A-E989-4286-6CA249AC1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50488-8E6D-094E-8CC0-83423E9AB0BF}" type="datetimeFigureOut">
              <a:rPr lang="en-US" smtClean="0"/>
              <a:t>12/16/24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4AC8F-2C17-C9EE-1371-EA13CCF40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5F4E8F-DB7E-9114-E1BF-8CC9A281C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AB9D5-57F7-FE41-A89C-4DED40AD3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498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D6D99-2CA3-C43E-49E2-30C9F4F1A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E1BB37-89E8-9419-32C1-88B2F20E23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EF94D-6A50-1183-718F-589A93E0C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50488-8E6D-094E-8CC0-83423E9AB0BF}" type="datetimeFigureOut">
              <a:rPr lang="en-US" smtClean="0"/>
              <a:t>12/16/24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1D6DFB-F7C1-0BC0-36DC-B9858F6D1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6D5EA-CD92-9BB3-6FAE-63A719112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AB9D5-57F7-FE41-A89C-4DED40AD3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671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0B3B3A-C89C-7C69-16F4-A0927D11A2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76AD7B-4418-1F0A-3993-A6301ED93F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49C864-950A-3527-04D1-C5288E117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50488-8E6D-094E-8CC0-83423E9AB0BF}" type="datetimeFigureOut">
              <a:rPr lang="en-US" smtClean="0"/>
              <a:t>12/16/24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1DC39-E2C6-497F-909F-81C6E1720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812BD-A262-77D8-508C-3A1772D64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AB9D5-57F7-FE41-A89C-4DED40AD3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507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8A5120-8A9B-4A58-946F-008C13954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58F5C5-BB2C-DB85-F79D-8AD4565A6F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8FBD7-A797-12D3-14C2-76A2B728B1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C50488-8E6D-094E-8CC0-83423E9AB0BF}" type="datetimeFigureOut">
              <a:rPr lang="en-US" smtClean="0"/>
              <a:t>12/16/24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05421-A202-8B03-FD34-5712233655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77633-3F32-F4F7-C056-49C6D70C0F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FAB9D5-57F7-FE41-A89C-4DED40AD3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910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09670A85-0B08-A8AA-C5A7-6998DB932720}"/>
              </a:ext>
            </a:extLst>
          </p:cNvPr>
          <p:cNvSpPr/>
          <p:nvPr/>
        </p:nvSpPr>
        <p:spPr>
          <a:xfrm>
            <a:off x="1402080" y="1054202"/>
            <a:ext cx="4846320" cy="55599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844E11EB-2421-70D8-FCE0-5D47A419AF4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3178055"/>
                  </p:ext>
                </p:extLst>
              </p:nvPr>
            </p:nvGraphicFramePr>
            <p:xfrm>
              <a:off x="1797825" y="1054203"/>
              <a:ext cx="555083" cy="528798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55083">
                      <a:extLst>
                        <a:ext uri="{9D8B030D-6E8A-4147-A177-3AD203B41FA5}">
                          <a16:colId xmlns:a16="http://schemas.microsoft.com/office/drawing/2014/main" val="342368544"/>
                        </a:ext>
                      </a:extLst>
                    </a:gridCol>
                  </a:tblGrid>
                  <a:tr h="75542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R="0" anchor="ctr"/>
                    </a:tc>
                    <a:extLst>
                      <a:ext uri="{0D108BD9-81ED-4DB2-BD59-A6C34878D82A}">
                        <a16:rowId xmlns:a16="http://schemas.microsoft.com/office/drawing/2014/main" val="1926116774"/>
                      </a:ext>
                    </a:extLst>
                  </a:tr>
                  <a:tr h="7554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82490819"/>
                      </a:ext>
                    </a:extLst>
                  </a:tr>
                  <a:tr h="7554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02371112"/>
                      </a:ext>
                    </a:extLst>
                  </a:tr>
                  <a:tr h="7554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72485831"/>
                      </a:ext>
                    </a:extLst>
                  </a:tr>
                  <a:tr h="7554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33711015"/>
                      </a:ext>
                    </a:extLst>
                  </a:tr>
                  <a:tr h="7554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31984946"/>
                      </a:ext>
                    </a:extLst>
                  </a:tr>
                  <a:tr h="7554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141347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844E11EB-2421-70D8-FCE0-5D47A419AF4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3178055"/>
                  </p:ext>
                </p:extLst>
              </p:nvPr>
            </p:nvGraphicFramePr>
            <p:xfrm>
              <a:off x="1797825" y="1054203"/>
              <a:ext cx="555083" cy="528798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55083">
                      <a:extLst>
                        <a:ext uri="{9D8B030D-6E8A-4147-A177-3AD203B41FA5}">
                          <a16:colId xmlns:a16="http://schemas.microsoft.com/office/drawing/2014/main" val="342368544"/>
                        </a:ext>
                      </a:extLst>
                    </a:gridCol>
                  </a:tblGrid>
                  <a:tr h="75542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R="0" anchor="ctr">
                        <a:blipFill>
                          <a:blip r:embed="rId2"/>
                          <a:stretch>
                            <a:fillRect t="-1667" b="-60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26116774"/>
                      </a:ext>
                    </a:extLst>
                  </a:tr>
                  <a:tr h="7554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82490819"/>
                      </a:ext>
                    </a:extLst>
                  </a:tr>
                  <a:tr h="7554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02371112"/>
                      </a:ext>
                    </a:extLst>
                  </a:tr>
                  <a:tr h="7554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72485831"/>
                      </a:ext>
                    </a:extLst>
                  </a:tr>
                  <a:tr h="7554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33711015"/>
                      </a:ext>
                    </a:extLst>
                  </a:tr>
                  <a:tr h="7554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31984946"/>
                      </a:ext>
                    </a:extLst>
                  </a:tr>
                  <a:tr h="7554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1413473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68577B9E-C59D-B7A3-80FB-7F920A45FDC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3093147"/>
                  </p:ext>
                </p:extLst>
              </p:nvPr>
            </p:nvGraphicFramePr>
            <p:xfrm>
              <a:off x="3503961" y="1054203"/>
              <a:ext cx="555083" cy="528798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55083">
                      <a:extLst>
                        <a:ext uri="{9D8B030D-6E8A-4147-A177-3AD203B41FA5}">
                          <a16:colId xmlns:a16="http://schemas.microsoft.com/office/drawing/2014/main" val="342368544"/>
                        </a:ext>
                      </a:extLst>
                    </a:gridCol>
                  </a:tblGrid>
                  <a:tr h="75542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R="0" anchor="ctr"/>
                    </a:tc>
                    <a:extLst>
                      <a:ext uri="{0D108BD9-81ED-4DB2-BD59-A6C34878D82A}">
                        <a16:rowId xmlns:a16="http://schemas.microsoft.com/office/drawing/2014/main" val="3317991511"/>
                      </a:ext>
                    </a:extLst>
                  </a:tr>
                  <a:tr h="7554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82490819"/>
                      </a:ext>
                    </a:extLst>
                  </a:tr>
                  <a:tr h="7554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02371112"/>
                      </a:ext>
                    </a:extLst>
                  </a:tr>
                  <a:tr h="7554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72485831"/>
                      </a:ext>
                    </a:extLst>
                  </a:tr>
                  <a:tr h="7554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33711015"/>
                      </a:ext>
                    </a:extLst>
                  </a:tr>
                  <a:tr h="7554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31984946"/>
                      </a:ext>
                    </a:extLst>
                  </a:tr>
                  <a:tr h="7554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141347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68577B9E-C59D-B7A3-80FB-7F920A45FDC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3093147"/>
                  </p:ext>
                </p:extLst>
              </p:nvPr>
            </p:nvGraphicFramePr>
            <p:xfrm>
              <a:off x="3503961" y="1054203"/>
              <a:ext cx="555083" cy="528798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55083">
                      <a:extLst>
                        <a:ext uri="{9D8B030D-6E8A-4147-A177-3AD203B41FA5}">
                          <a16:colId xmlns:a16="http://schemas.microsoft.com/office/drawing/2014/main" val="342368544"/>
                        </a:ext>
                      </a:extLst>
                    </a:gridCol>
                  </a:tblGrid>
                  <a:tr h="75542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R="0" anchor="ctr">
                        <a:blipFill>
                          <a:blip r:embed="rId3"/>
                          <a:stretch>
                            <a:fillRect t="-1667" b="-60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7991511"/>
                      </a:ext>
                    </a:extLst>
                  </a:tr>
                  <a:tr h="7554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82490819"/>
                      </a:ext>
                    </a:extLst>
                  </a:tr>
                  <a:tr h="7554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02371112"/>
                      </a:ext>
                    </a:extLst>
                  </a:tr>
                  <a:tr h="7554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72485831"/>
                      </a:ext>
                    </a:extLst>
                  </a:tr>
                  <a:tr h="7554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33711015"/>
                      </a:ext>
                    </a:extLst>
                  </a:tr>
                  <a:tr h="7554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31984946"/>
                      </a:ext>
                    </a:extLst>
                  </a:tr>
                  <a:tr h="7554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1413473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4C191A8B-7052-A913-7858-E9A7577E829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792008"/>
                  </p:ext>
                </p:extLst>
              </p:nvPr>
            </p:nvGraphicFramePr>
            <p:xfrm>
              <a:off x="5210097" y="1054203"/>
              <a:ext cx="555083" cy="528798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55083">
                      <a:extLst>
                        <a:ext uri="{9D8B030D-6E8A-4147-A177-3AD203B41FA5}">
                          <a16:colId xmlns:a16="http://schemas.microsoft.com/office/drawing/2014/main" val="342368544"/>
                        </a:ext>
                      </a:extLst>
                    </a:gridCol>
                  </a:tblGrid>
                  <a:tr h="75542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R="0" anchor="ctr"/>
                    </a:tc>
                    <a:extLst>
                      <a:ext uri="{0D108BD9-81ED-4DB2-BD59-A6C34878D82A}">
                        <a16:rowId xmlns:a16="http://schemas.microsoft.com/office/drawing/2014/main" val="620770190"/>
                      </a:ext>
                    </a:extLst>
                  </a:tr>
                  <a:tr h="7554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82490819"/>
                      </a:ext>
                    </a:extLst>
                  </a:tr>
                  <a:tr h="7554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02371112"/>
                      </a:ext>
                    </a:extLst>
                  </a:tr>
                  <a:tr h="7554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72485831"/>
                      </a:ext>
                    </a:extLst>
                  </a:tr>
                  <a:tr h="7554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33711015"/>
                      </a:ext>
                    </a:extLst>
                  </a:tr>
                  <a:tr h="7554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31984946"/>
                      </a:ext>
                    </a:extLst>
                  </a:tr>
                  <a:tr h="7554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141347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4C191A8B-7052-A913-7858-E9A7577E829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792008"/>
                  </p:ext>
                </p:extLst>
              </p:nvPr>
            </p:nvGraphicFramePr>
            <p:xfrm>
              <a:off x="5210097" y="1054203"/>
              <a:ext cx="555083" cy="528798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55083">
                      <a:extLst>
                        <a:ext uri="{9D8B030D-6E8A-4147-A177-3AD203B41FA5}">
                          <a16:colId xmlns:a16="http://schemas.microsoft.com/office/drawing/2014/main" val="342368544"/>
                        </a:ext>
                      </a:extLst>
                    </a:gridCol>
                  </a:tblGrid>
                  <a:tr h="75542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R="0" anchor="ctr">
                        <a:blipFill>
                          <a:blip r:embed="rId4"/>
                          <a:stretch>
                            <a:fillRect l="-2273" t="-1667" r="-2273" b="-60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0770190"/>
                      </a:ext>
                    </a:extLst>
                  </a:tr>
                  <a:tr h="7554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82490819"/>
                      </a:ext>
                    </a:extLst>
                  </a:tr>
                  <a:tr h="7554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02371112"/>
                      </a:ext>
                    </a:extLst>
                  </a:tr>
                  <a:tr h="7554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72485831"/>
                      </a:ext>
                    </a:extLst>
                  </a:tr>
                  <a:tr h="7554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33711015"/>
                      </a:ext>
                    </a:extLst>
                  </a:tr>
                  <a:tr h="7554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31984946"/>
                      </a:ext>
                    </a:extLst>
                  </a:tr>
                  <a:tr h="7554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1413473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Oval 6">
            <a:extLst>
              <a:ext uri="{FF2B5EF4-FFF2-40B4-BE49-F238E27FC236}">
                <a16:creationId xmlns:a16="http://schemas.microsoft.com/office/drawing/2014/main" id="{C9D04298-E127-BEF5-2B0B-9977101EC9CD}"/>
              </a:ext>
            </a:extLst>
          </p:cNvPr>
          <p:cNvSpPr/>
          <p:nvPr/>
        </p:nvSpPr>
        <p:spPr>
          <a:xfrm>
            <a:off x="1724846" y="1828800"/>
            <a:ext cx="701040" cy="701040"/>
          </a:xfrm>
          <a:prstGeom prst="ellipse">
            <a:avLst/>
          </a:prstGeom>
          <a:noFill/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E5DAF18-B3C4-4D3D-46A2-61498CECFCC1}"/>
              </a:ext>
            </a:extLst>
          </p:cNvPr>
          <p:cNvSpPr/>
          <p:nvPr/>
        </p:nvSpPr>
        <p:spPr>
          <a:xfrm>
            <a:off x="3430983" y="3337560"/>
            <a:ext cx="701040" cy="701040"/>
          </a:xfrm>
          <a:prstGeom prst="ellipse">
            <a:avLst/>
          </a:prstGeom>
          <a:noFill/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66768FF-98BA-5B75-E59D-00F20C9D39C5}"/>
              </a:ext>
            </a:extLst>
          </p:cNvPr>
          <p:cNvSpPr/>
          <p:nvPr/>
        </p:nvSpPr>
        <p:spPr>
          <a:xfrm>
            <a:off x="3430983" y="4099560"/>
            <a:ext cx="701040" cy="701040"/>
          </a:xfrm>
          <a:prstGeom prst="ellipse">
            <a:avLst/>
          </a:prstGeom>
          <a:noFill/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4E55BE2-6465-D192-0514-BB32094DD44A}"/>
              </a:ext>
            </a:extLst>
          </p:cNvPr>
          <p:cNvSpPr/>
          <p:nvPr/>
        </p:nvSpPr>
        <p:spPr>
          <a:xfrm>
            <a:off x="3430983" y="4861560"/>
            <a:ext cx="701040" cy="701040"/>
          </a:xfrm>
          <a:prstGeom prst="ellipse">
            <a:avLst/>
          </a:prstGeom>
          <a:noFill/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6BE468D-653D-FCD1-B387-BC654C5F5122}"/>
              </a:ext>
            </a:extLst>
          </p:cNvPr>
          <p:cNvSpPr/>
          <p:nvPr/>
        </p:nvSpPr>
        <p:spPr>
          <a:xfrm>
            <a:off x="3430983" y="5623560"/>
            <a:ext cx="701040" cy="701040"/>
          </a:xfrm>
          <a:prstGeom prst="ellipse">
            <a:avLst/>
          </a:prstGeom>
          <a:noFill/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C34B258-FE7F-6256-8796-E49A708ACB7B}"/>
              </a:ext>
            </a:extLst>
          </p:cNvPr>
          <p:cNvSpPr/>
          <p:nvPr/>
        </p:nvSpPr>
        <p:spPr>
          <a:xfrm>
            <a:off x="5137863" y="3337560"/>
            <a:ext cx="701040" cy="701040"/>
          </a:xfrm>
          <a:prstGeom prst="ellipse">
            <a:avLst/>
          </a:prstGeom>
          <a:noFill/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D7D88FD-03B4-15FD-5978-CA84B6F087F3}"/>
              </a:ext>
            </a:extLst>
          </p:cNvPr>
          <p:cNvSpPr/>
          <p:nvPr/>
        </p:nvSpPr>
        <p:spPr>
          <a:xfrm>
            <a:off x="5137863" y="4099560"/>
            <a:ext cx="701040" cy="701040"/>
          </a:xfrm>
          <a:prstGeom prst="ellipse">
            <a:avLst/>
          </a:prstGeom>
          <a:noFill/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4AAC107-D5E9-75F3-9311-1B4D5FC23BCC}"/>
              </a:ext>
            </a:extLst>
          </p:cNvPr>
          <p:cNvSpPr/>
          <p:nvPr/>
        </p:nvSpPr>
        <p:spPr>
          <a:xfrm>
            <a:off x="5137863" y="4861560"/>
            <a:ext cx="701040" cy="701040"/>
          </a:xfrm>
          <a:prstGeom prst="ellipse">
            <a:avLst/>
          </a:prstGeom>
          <a:noFill/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7969719-C44A-BB86-60F1-DA9E3A9F38EF}"/>
              </a:ext>
            </a:extLst>
          </p:cNvPr>
          <p:cNvSpPr/>
          <p:nvPr/>
        </p:nvSpPr>
        <p:spPr>
          <a:xfrm>
            <a:off x="5137863" y="5623560"/>
            <a:ext cx="701040" cy="701040"/>
          </a:xfrm>
          <a:prstGeom prst="ellipse">
            <a:avLst/>
          </a:prstGeom>
          <a:noFill/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E94E3D8-77B3-4ED7-8C3F-A94EC712581D}"/>
              </a:ext>
            </a:extLst>
          </p:cNvPr>
          <p:cNvCxnSpPr>
            <a:cxnSpLocks/>
            <a:stCxn id="18" idx="1"/>
            <a:endCxn id="7" idx="5"/>
          </p:cNvCxnSpPr>
          <p:nvPr/>
        </p:nvCxnSpPr>
        <p:spPr>
          <a:xfrm flipH="1" flipV="1">
            <a:off x="2323221" y="2427175"/>
            <a:ext cx="1210427" cy="101305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F592FB2-789C-8CCD-E215-62652936D5EF}"/>
              </a:ext>
            </a:extLst>
          </p:cNvPr>
          <p:cNvCxnSpPr>
            <a:cxnSpLocks/>
            <a:stCxn id="26" idx="1"/>
            <a:endCxn id="18" idx="5"/>
          </p:cNvCxnSpPr>
          <p:nvPr/>
        </p:nvCxnSpPr>
        <p:spPr>
          <a:xfrm flipH="1" flipV="1">
            <a:off x="4029358" y="3935935"/>
            <a:ext cx="1211170" cy="179029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8F0754C-E06D-55AD-733D-EEE9A47D4086}"/>
              </a:ext>
            </a:extLst>
          </p:cNvPr>
          <p:cNvCxnSpPr>
            <a:cxnSpLocks/>
            <a:stCxn id="25" idx="2"/>
            <a:endCxn id="20" idx="6"/>
          </p:cNvCxnSpPr>
          <p:nvPr/>
        </p:nvCxnSpPr>
        <p:spPr>
          <a:xfrm flipH="1" flipV="1">
            <a:off x="4132023" y="4450080"/>
            <a:ext cx="1005840" cy="7620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B8079DD-FCF3-234F-C964-25D2526FF4B2}"/>
              </a:ext>
            </a:extLst>
          </p:cNvPr>
          <p:cNvCxnSpPr>
            <a:cxnSpLocks/>
            <a:stCxn id="24" idx="2"/>
            <a:endCxn id="21" idx="6"/>
          </p:cNvCxnSpPr>
          <p:nvPr/>
        </p:nvCxnSpPr>
        <p:spPr>
          <a:xfrm flipH="1">
            <a:off x="4132023" y="4450080"/>
            <a:ext cx="1005840" cy="7620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517661C-5F05-DFE2-FB28-F7ECD942A5FC}"/>
              </a:ext>
            </a:extLst>
          </p:cNvPr>
          <p:cNvCxnSpPr>
            <a:cxnSpLocks/>
            <a:stCxn id="23" idx="3"/>
            <a:endCxn id="22" idx="7"/>
          </p:cNvCxnSpPr>
          <p:nvPr/>
        </p:nvCxnSpPr>
        <p:spPr>
          <a:xfrm flipH="1">
            <a:off x="4029358" y="3935935"/>
            <a:ext cx="1211170" cy="179029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5670972-C0AA-89A9-5FA3-5DD7635D4933}"/>
              </a:ext>
            </a:extLst>
          </p:cNvPr>
          <p:cNvCxnSpPr>
            <a:cxnSpLocks/>
            <a:stCxn id="20" idx="1"/>
            <a:endCxn id="7" idx="5"/>
          </p:cNvCxnSpPr>
          <p:nvPr/>
        </p:nvCxnSpPr>
        <p:spPr>
          <a:xfrm flipH="1" flipV="1">
            <a:off x="2323221" y="2427175"/>
            <a:ext cx="1210427" cy="177505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197C2BD-D29B-DBB2-62E1-5F581ED07DD6}"/>
              </a:ext>
            </a:extLst>
          </p:cNvPr>
          <p:cNvCxnSpPr>
            <a:cxnSpLocks/>
            <a:stCxn id="21" idx="1"/>
            <a:endCxn id="7" idx="5"/>
          </p:cNvCxnSpPr>
          <p:nvPr/>
        </p:nvCxnSpPr>
        <p:spPr>
          <a:xfrm flipH="1" flipV="1">
            <a:off x="2323221" y="2427175"/>
            <a:ext cx="1210427" cy="253705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0692EAF-101C-B491-1462-95F580F35F01}"/>
              </a:ext>
            </a:extLst>
          </p:cNvPr>
          <p:cNvCxnSpPr>
            <a:cxnSpLocks/>
            <a:stCxn id="22" idx="1"/>
            <a:endCxn id="7" idx="5"/>
          </p:cNvCxnSpPr>
          <p:nvPr/>
        </p:nvCxnSpPr>
        <p:spPr>
          <a:xfrm flipH="1" flipV="1">
            <a:off x="2323221" y="2427175"/>
            <a:ext cx="1210427" cy="329905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3203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674E475C-9EE7-135F-FD52-B7715B6A7B8E}"/>
              </a:ext>
            </a:extLst>
          </p:cNvPr>
          <p:cNvSpPr/>
          <p:nvPr/>
        </p:nvSpPr>
        <p:spPr>
          <a:xfrm>
            <a:off x="26209" y="323000"/>
            <a:ext cx="11780521" cy="63997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BF63159-6FEB-0050-A10B-DF4B6BC47FAD}"/>
              </a:ext>
            </a:extLst>
          </p:cNvPr>
          <p:cNvCxnSpPr/>
          <p:nvPr/>
        </p:nvCxnSpPr>
        <p:spPr>
          <a:xfrm flipV="1">
            <a:off x="8466138" y="786875"/>
            <a:ext cx="0" cy="2730616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92D3E30-BC5A-5E31-AF3A-BE6160D679ED}"/>
              </a:ext>
            </a:extLst>
          </p:cNvPr>
          <p:cNvCxnSpPr>
            <a:cxnSpLocks/>
          </p:cNvCxnSpPr>
          <p:nvPr/>
        </p:nvCxnSpPr>
        <p:spPr>
          <a:xfrm>
            <a:off x="8366869" y="3430804"/>
            <a:ext cx="3001861" cy="0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7E1B301-8F58-0B15-7478-AF511A62AA1C}"/>
              </a:ext>
            </a:extLst>
          </p:cNvPr>
          <p:cNvCxnSpPr/>
          <p:nvPr/>
        </p:nvCxnSpPr>
        <p:spPr>
          <a:xfrm>
            <a:off x="9877506" y="3359150"/>
            <a:ext cx="0" cy="158341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53A37CD-C450-D53D-9835-16D87435F0DD}"/>
              </a:ext>
            </a:extLst>
          </p:cNvPr>
          <p:cNvSpPr txBox="1"/>
          <p:nvPr/>
        </p:nvSpPr>
        <p:spPr>
          <a:xfrm>
            <a:off x="9740289" y="3455904"/>
            <a:ext cx="2744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5FB125D-0415-2B7A-D3D9-C02341387EB8}"/>
              </a:ext>
            </a:extLst>
          </p:cNvPr>
          <p:cNvCxnSpPr>
            <a:cxnSpLocks/>
          </p:cNvCxnSpPr>
          <p:nvPr/>
        </p:nvCxnSpPr>
        <p:spPr>
          <a:xfrm rot="5400000">
            <a:off x="8466137" y="2263043"/>
            <a:ext cx="0" cy="158341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DB93F00-8E97-538B-7F3F-F17FA3FC7D92}"/>
              </a:ext>
            </a:extLst>
          </p:cNvPr>
          <p:cNvSpPr txBox="1"/>
          <p:nvPr/>
        </p:nvSpPr>
        <p:spPr>
          <a:xfrm>
            <a:off x="8048703" y="2183928"/>
            <a:ext cx="416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A6EBBC1-9A4F-BB55-3E0A-2161FD6216CF}"/>
              </a:ext>
            </a:extLst>
          </p:cNvPr>
          <p:cNvCxnSpPr>
            <a:cxnSpLocks/>
          </p:cNvCxnSpPr>
          <p:nvPr/>
        </p:nvCxnSpPr>
        <p:spPr>
          <a:xfrm rot="5400000">
            <a:off x="8466137" y="1105799"/>
            <a:ext cx="0" cy="158341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E508975-2BC6-E893-EEF2-32FEF74FA7AC}"/>
              </a:ext>
            </a:extLst>
          </p:cNvPr>
          <p:cNvSpPr txBox="1"/>
          <p:nvPr/>
        </p:nvSpPr>
        <p:spPr>
          <a:xfrm>
            <a:off x="8048703" y="1026684"/>
            <a:ext cx="416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54B8EFD-41ED-6745-D5B1-A32E9F9712F9}"/>
              </a:ext>
            </a:extLst>
          </p:cNvPr>
          <p:cNvSpPr txBox="1"/>
          <p:nvPr/>
        </p:nvSpPr>
        <p:spPr>
          <a:xfrm>
            <a:off x="8158603" y="3268123"/>
            <a:ext cx="416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24886809-8987-854B-D602-33FB2B1C170E}"/>
              </a:ext>
            </a:extLst>
          </p:cNvPr>
          <p:cNvSpPr/>
          <p:nvPr/>
        </p:nvSpPr>
        <p:spPr>
          <a:xfrm>
            <a:off x="8464061" y="1208617"/>
            <a:ext cx="2813050" cy="2220383"/>
          </a:xfrm>
          <a:custGeom>
            <a:avLst/>
            <a:gdLst>
              <a:gd name="connsiteX0" fmla="*/ 0 w 2813050"/>
              <a:gd name="connsiteY0" fmla="*/ 2220383 h 2220383"/>
              <a:gd name="connsiteX1" fmla="*/ 596900 w 2813050"/>
              <a:gd name="connsiteY1" fmla="*/ 2214033 h 2220383"/>
              <a:gd name="connsiteX2" fmla="*/ 700616 w 2813050"/>
              <a:gd name="connsiteY2" fmla="*/ 2209800 h 2220383"/>
              <a:gd name="connsiteX3" fmla="*/ 781050 w 2813050"/>
              <a:gd name="connsiteY3" fmla="*/ 2186516 h 2220383"/>
              <a:gd name="connsiteX4" fmla="*/ 855133 w 2813050"/>
              <a:gd name="connsiteY4" fmla="*/ 2163233 h 2220383"/>
              <a:gd name="connsiteX5" fmla="*/ 931333 w 2813050"/>
              <a:gd name="connsiteY5" fmla="*/ 2120900 h 2220383"/>
              <a:gd name="connsiteX6" fmla="*/ 1013883 w 2813050"/>
              <a:gd name="connsiteY6" fmla="*/ 2048933 h 2220383"/>
              <a:gd name="connsiteX7" fmla="*/ 1077383 w 2813050"/>
              <a:gd name="connsiteY7" fmla="*/ 1949450 h 2220383"/>
              <a:gd name="connsiteX8" fmla="*/ 1155700 w 2813050"/>
              <a:gd name="connsiteY8" fmla="*/ 1818216 h 2220383"/>
              <a:gd name="connsiteX9" fmla="*/ 1221316 w 2813050"/>
              <a:gd name="connsiteY9" fmla="*/ 1646766 h 2220383"/>
              <a:gd name="connsiteX10" fmla="*/ 1333500 w 2813050"/>
              <a:gd name="connsiteY10" fmla="*/ 1348316 h 2220383"/>
              <a:gd name="connsiteX11" fmla="*/ 1416050 w 2813050"/>
              <a:gd name="connsiteY11" fmla="*/ 1087966 h 2220383"/>
              <a:gd name="connsiteX12" fmla="*/ 1475316 w 2813050"/>
              <a:gd name="connsiteY12" fmla="*/ 901700 h 2220383"/>
              <a:gd name="connsiteX13" fmla="*/ 1555750 w 2813050"/>
              <a:gd name="connsiteY13" fmla="*/ 668866 h 2220383"/>
              <a:gd name="connsiteX14" fmla="*/ 1642533 w 2813050"/>
              <a:gd name="connsiteY14" fmla="*/ 448733 h 2220383"/>
              <a:gd name="connsiteX15" fmla="*/ 1708150 w 2813050"/>
              <a:gd name="connsiteY15" fmla="*/ 309033 h 2220383"/>
              <a:gd name="connsiteX16" fmla="*/ 1799166 w 2813050"/>
              <a:gd name="connsiteY16" fmla="*/ 177800 h 2220383"/>
              <a:gd name="connsiteX17" fmla="*/ 1894416 w 2813050"/>
              <a:gd name="connsiteY17" fmla="*/ 84666 h 2220383"/>
              <a:gd name="connsiteX18" fmla="*/ 1991783 w 2813050"/>
              <a:gd name="connsiteY18" fmla="*/ 42333 h 2220383"/>
              <a:gd name="connsiteX19" fmla="*/ 2095500 w 2813050"/>
              <a:gd name="connsiteY19" fmla="*/ 12700 h 2220383"/>
              <a:gd name="connsiteX20" fmla="*/ 2199216 w 2813050"/>
              <a:gd name="connsiteY20" fmla="*/ 4233 h 2220383"/>
              <a:gd name="connsiteX21" fmla="*/ 2813050 w 2813050"/>
              <a:gd name="connsiteY21" fmla="*/ 0 h 2220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813050" h="2220383">
                <a:moveTo>
                  <a:pt x="0" y="2220383"/>
                </a:moveTo>
                <a:lnTo>
                  <a:pt x="596900" y="2214033"/>
                </a:lnTo>
                <a:lnTo>
                  <a:pt x="700616" y="2209800"/>
                </a:lnTo>
                <a:lnTo>
                  <a:pt x="781050" y="2186516"/>
                </a:lnTo>
                <a:lnTo>
                  <a:pt x="855133" y="2163233"/>
                </a:lnTo>
                <a:lnTo>
                  <a:pt x="931333" y="2120900"/>
                </a:lnTo>
                <a:lnTo>
                  <a:pt x="1013883" y="2048933"/>
                </a:lnTo>
                <a:lnTo>
                  <a:pt x="1077383" y="1949450"/>
                </a:lnTo>
                <a:lnTo>
                  <a:pt x="1155700" y="1818216"/>
                </a:lnTo>
                <a:lnTo>
                  <a:pt x="1221316" y="1646766"/>
                </a:lnTo>
                <a:lnTo>
                  <a:pt x="1333500" y="1348316"/>
                </a:lnTo>
                <a:lnTo>
                  <a:pt x="1416050" y="1087966"/>
                </a:lnTo>
                <a:lnTo>
                  <a:pt x="1475316" y="901700"/>
                </a:lnTo>
                <a:lnTo>
                  <a:pt x="1555750" y="668866"/>
                </a:lnTo>
                <a:lnTo>
                  <a:pt x="1642533" y="448733"/>
                </a:lnTo>
                <a:lnTo>
                  <a:pt x="1708150" y="309033"/>
                </a:lnTo>
                <a:lnTo>
                  <a:pt x="1799166" y="177800"/>
                </a:lnTo>
                <a:lnTo>
                  <a:pt x="1894416" y="84666"/>
                </a:lnTo>
                <a:lnTo>
                  <a:pt x="1991783" y="42333"/>
                </a:lnTo>
                <a:lnTo>
                  <a:pt x="2095500" y="12700"/>
                </a:lnTo>
                <a:lnTo>
                  <a:pt x="2199216" y="4233"/>
                </a:lnTo>
                <a:lnTo>
                  <a:pt x="2813050" y="0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6BADDFF-5097-B4A6-06A2-083E62A01DBB}"/>
              </a:ext>
            </a:extLst>
          </p:cNvPr>
          <p:cNvCxnSpPr/>
          <p:nvPr/>
        </p:nvCxnSpPr>
        <p:spPr>
          <a:xfrm flipV="1">
            <a:off x="8466138" y="3745975"/>
            <a:ext cx="0" cy="2730616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EE2561B-83E1-B08E-1987-E1EDB2464081}"/>
              </a:ext>
            </a:extLst>
          </p:cNvPr>
          <p:cNvCxnSpPr>
            <a:cxnSpLocks/>
          </p:cNvCxnSpPr>
          <p:nvPr/>
        </p:nvCxnSpPr>
        <p:spPr>
          <a:xfrm>
            <a:off x="8366869" y="6389904"/>
            <a:ext cx="3001861" cy="0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FFB8ADC-51A9-E998-8019-8546D36789A4}"/>
              </a:ext>
            </a:extLst>
          </p:cNvPr>
          <p:cNvCxnSpPr/>
          <p:nvPr/>
        </p:nvCxnSpPr>
        <p:spPr>
          <a:xfrm>
            <a:off x="9877506" y="6318250"/>
            <a:ext cx="0" cy="158341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C4343D1-286A-8E15-F638-62E04FDAFFDC}"/>
              </a:ext>
            </a:extLst>
          </p:cNvPr>
          <p:cNvSpPr txBox="1"/>
          <p:nvPr/>
        </p:nvSpPr>
        <p:spPr>
          <a:xfrm>
            <a:off x="9740289" y="6415004"/>
            <a:ext cx="2744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532889A-66E1-335D-F598-AD1A51050DF7}"/>
              </a:ext>
            </a:extLst>
          </p:cNvPr>
          <p:cNvSpPr txBox="1"/>
          <p:nvPr/>
        </p:nvSpPr>
        <p:spPr>
          <a:xfrm>
            <a:off x="8158603" y="6227223"/>
            <a:ext cx="416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53B188C-30A5-FEDB-B245-B2D4C56074B5}"/>
              </a:ext>
            </a:extLst>
          </p:cNvPr>
          <p:cNvCxnSpPr/>
          <p:nvPr/>
        </p:nvCxnSpPr>
        <p:spPr>
          <a:xfrm flipV="1">
            <a:off x="548408" y="786875"/>
            <a:ext cx="0" cy="2730616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6BD67C9-D78F-C94D-479B-E955EC1E442E}"/>
              </a:ext>
            </a:extLst>
          </p:cNvPr>
          <p:cNvCxnSpPr>
            <a:cxnSpLocks/>
          </p:cNvCxnSpPr>
          <p:nvPr/>
        </p:nvCxnSpPr>
        <p:spPr>
          <a:xfrm>
            <a:off x="449139" y="3430804"/>
            <a:ext cx="3001861" cy="0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2CEC8F2-B73D-8066-8DE6-1AE8C282348A}"/>
              </a:ext>
            </a:extLst>
          </p:cNvPr>
          <p:cNvCxnSpPr/>
          <p:nvPr/>
        </p:nvCxnSpPr>
        <p:spPr>
          <a:xfrm>
            <a:off x="795034" y="3359150"/>
            <a:ext cx="0" cy="158341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49592D2E-D0FD-794E-5411-CFBAA51FC73A}"/>
              </a:ext>
            </a:extLst>
          </p:cNvPr>
          <p:cNvSpPr txBox="1"/>
          <p:nvPr/>
        </p:nvSpPr>
        <p:spPr>
          <a:xfrm>
            <a:off x="657817" y="3455904"/>
            <a:ext cx="2744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754D82C-B2A7-567C-8C17-9B2D9A6A2139}"/>
              </a:ext>
            </a:extLst>
          </p:cNvPr>
          <p:cNvCxnSpPr>
            <a:cxnSpLocks/>
          </p:cNvCxnSpPr>
          <p:nvPr/>
        </p:nvCxnSpPr>
        <p:spPr>
          <a:xfrm rot="5400000">
            <a:off x="548407" y="2263043"/>
            <a:ext cx="0" cy="158341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C9B9EE27-94BE-981E-11D3-856AEFDC040C}"/>
              </a:ext>
            </a:extLst>
          </p:cNvPr>
          <p:cNvSpPr txBox="1"/>
          <p:nvPr/>
        </p:nvSpPr>
        <p:spPr>
          <a:xfrm>
            <a:off x="130973" y="2183928"/>
            <a:ext cx="416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C61A4D9-5E09-97B2-EF93-27AA1D866D78}"/>
              </a:ext>
            </a:extLst>
          </p:cNvPr>
          <p:cNvCxnSpPr>
            <a:cxnSpLocks/>
          </p:cNvCxnSpPr>
          <p:nvPr/>
        </p:nvCxnSpPr>
        <p:spPr>
          <a:xfrm rot="5400000">
            <a:off x="548407" y="1105799"/>
            <a:ext cx="0" cy="158341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721BAD58-ED02-5037-F2DD-534D13AEF58E}"/>
              </a:ext>
            </a:extLst>
          </p:cNvPr>
          <p:cNvSpPr txBox="1"/>
          <p:nvPr/>
        </p:nvSpPr>
        <p:spPr>
          <a:xfrm>
            <a:off x="130973" y="1026684"/>
            <a:ext cx="416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ECB07A5-063D-C0F9-A33E-26F068517CA3}"/>
              </a:ext>
            </a:extLst>
          </p:cNvPr>
          <p:cNvSpPr txBox="1"/>
          <p:nvPr/>
        </p:nvSpPr>
        <p:spPr>
          <a:xfrm>
            <a:off x="240873" y="3268123"/>
            <a:ext cx="416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FBBCCC8-9602-68E4-8649-AB96BE46B697}"/>
              </a:ext>
            </a:extLst>
          </p:cNvPr>
          <p:cNvCxnSpPr/>
          <p:nvPr/>
        </p:nvCxnSpPr>
        <p:spPr>
          <a:xfrm>
            <a:off x="3152033" y="3359150"/>
            <a:ext cx="0" cy="158341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27207863-B683-2389-5309-67A61EDC234B}"/>
              </a:ext>
            </a:extLst>
          </p:cNvPr>
          <p:cNvSpPr txBox="1"/>
          <p:nvPr/>
        </p:nvSpPr>
        <p:spPr>
          <a:xfrm>
            <a:off x="3014816" y="3455904"/>
            <a:ext cx="2744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B855B17-31EF-57EC-1E6E-EE979AA46D34}"/>
              </a:ext>
            </a:extLst>
          </p:cNvPr>
          <p:cNvCxnSpPr>
            <a:cxnSpLocks/>
          </p:cNvCxnSpPr>
          <p:nvPr/>
        </p:nvCxnSpPr>
        <p:spPr>
          <a:xfrm>
            <a:off x="547086" y="3424622"/>
            <a:ext cx="24194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2EAB2F4-15C9-0341-2439-44F04A134ACD}"/>
              </a:ext>
            </a:extLst>
          </p:cNvPr>
          <p:cNvCxnSpPr>
            <a:cxnSpLocks/>
          </p:cNvCxnSpPr>
          <p:nvPr/>
        </p:nvCxnSpPr>
        <p:spPr>
          <a:xfrm>
            <a:off x="3152033" y="3424622"/>
            <a:ext cx="21016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D0CDED6-055F-5903-E13F-A32C6681BC57}"/>
              </a:ext>
            </a:extLst>
          </p:cNvPr>
          <p:cNvCxnSpPr>
            <a:cxnSpLocks/>
          </p:cNvCxnSpPr>
          <p:nvPr/>
        </p:nvCxnSpPr>
        <p:spPr>
          <a:xfrm>
            <a:off x="789032" y="1184969"/>
            <a:ext cx="236300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EDE1019F-5AFE-B548-3F56-5CEF2B461D03}"/>
              </a:ext>
            </a:extLst>
          </p:cNvPr>
          <p:cNvCxnSpPr>
            <a:cxnSpLocks/>
          </p:cNvCxnSpPr>
          <p:nvPr/>
        </p:nvCxnSpPr>
        <p:spPr>
          <a:xfrm flipV="1">
            <a:off x="789198" y="1178625"/>
            <a:ext cx="0" cy="224629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AE83B9FE-2021-4C4F-30F7-2592B45CC257}"/>
              </a:ext>
            </a:extLst>
          </p:cNvPr>
          <p:cNvCxnSpPr>
            <a:cxnSpLocks/>
          </p:cNvCxnSpPr>
          <p:nvPr/>
        </p:nvCxnSpPr>
        <p:spPr>
          <a:xfrm flipV="1">
            <a:off x="3152033" y="1178625"/>
            <a:ext cx="0" cy="224629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3" name="Group 72">
            <a:extLst>
              <a:ext uri="{FF2B5EF4-FFF2-40B4-BE49-F238E27FC236}">
                <a16:creationId xmlns:a16="http://schemas.microsoft.com/office/drawing/2014/main" id="{0B0A6CAF-440A-7690-0B76-DA0A76364D23}"/>
              </a:ext>
            </a:extLst>
          </p:cNvPr>
          <p:cNvGrpSpPr/>
          <p:nvPr/>
        </p:nvGrpSpPr>
        <p:grpSpPr>
          <a:xfrm rot="5400000">
            <a:off x="4511478" y="643965"/>
            <a:ext cx="3227214" cy="2976806"/>
            <a:chOff x="1823374" y="786875"/>
            <a:chExt cx="3320027" cy="2976806"/>
          </a:xfrm>
        </p:grpSpPr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41C9B9C0-DB30-8A44-1B66-00BCE2966B57}"/>
                </a:ext>
              </a:extLst>
            </p:cNvPr>
            <p:cNvCxnSpPr/>
            <p:nvPr/>
          </p:nvCxnSpPr>
          <p:spPr>
            <a:xfrm flipV="1">
              <a:off x="2240809" y="786875"/>
              <a:ext cx="0" cy="2730616"/>
            </a:xfrm>
            <a:prstGeom prst="straightConnector1">
              <a:avLst/>
            </a:prstGeom>
            <a:ln w="635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6A4EDD53-E064-204F-2F6A-62AF21DD3364}"/>
                </a:ext>
              </a:extLst>
            </p:cNvPr>
            <p:cNvCxnSpPr>
              <a:cxnSpLocks/>
            </p:cNvCxnSpPr>
            <p:nvPr/>
          </p:nvCxnSpPr>
          <p:spPr>
            <a:xfrm>
              <a:off x="2141540" y="3430804"/>
              <a:ext cx="3001861" cy="0"/>
            </a:xfrm>
            <a:prstGeom prst="straightConnector1">
              <a:avLst/>
            </a:prstGeom>
            <a:ln w="635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662A5D63-E2D8-54A2-1D13-ACB621672AC3}"/>
                </a:ext>
              </a:extLst>
            </p:cNvPr>
            <p:cNvCxnSpPr/>
            <p:nvPr/>
          </p:nvCxnSpPr>
          <p:spPr>
            <a:xfrm>
              <a:off x="2487435" y="3359150"/>
              <a:ext cx="0" cy="158341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EFDC7919-DA4E-BC7F-64C1-01BE0AE52B9A}"/>
                </a:ext>
              </a:extLst>
            </p:cNvPr>
            <p:cNvSpPr txBox="1"/>
            <p:nvPr/>
          </p:nvSpPr>
          <p:spPr>
            <a:xfrm>
              <a:off x="2350218" y="3455904"/>
              <a:ext cx="2744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D4E64B58-D8A1-9E61-D00F-6C845D22D7D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240808" y="2263043"/>
              <a:ext cx="0" cy="158341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DFBDE875-5EB7-4D93-0C82-224B5552075C}"/>
                </a:ext>
              </a:extLst>
            </p:cNvPr>
            <p:cNvSpPr txBox="1"/>
            <p:nvPr/>
          </p:nvSpPr>
          <p:spPr>
            <a:xfrm>
              <a:off x="1823374" y="2183929"/>
              <a:ext cx="4966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0.5</a:t>
              </a:r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430913C2-21DA-6F30-F13C-0705C59C378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240808" y="1105799"/>
              <a:ext cx="0" cy="158341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9D57F1CA-3F94-0832-29ED-02D39E51A068}"/>
                </a:ext>
              </a:extLst>
            </p:cNvPr>
            <p:cNvSpPr txBox="1"/>
            <p:nvPr/>
          </p:nvSpPr>
          <p:spPr>
            <a:xfrm>
              <a:off x="1823375" y="1026685"/>
              <a:ext cx="4966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1.0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9B123C54-7397-A61F-9CC2-2FDD82480223}"/>
                </a:ext>
              </a:extLst>
            </p:cNvPr>
            <p:cNvSpPr txBox="1"/>
            <p:nvPr/>
          </p:nvSpPr>
          <p:spPr>
            <a:xfrm>
              <a:off x="1933274" y="3268123"/>
              <a:ext cx="41611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AC607CA5-B50E-458A-5DFA-184B28D0186A}"/>
                </a:ext>
              </a:extLst>
            </p:cNvPr>
            <p:cNvCxnSpPr/>
            <p:nvPr/>
          </p:nvCxnSpPr>
          <p:spPr>
            <a:xfrm>
              <a:off x="4844434" y="3359150"/>
              <a:ext cx="0" cy="158341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1683A976-BF64-1C16-143C-248C5075F3A2}"/>
                </a:ext>
              </a:extLst>
            </p:cNvPr>
            <p:cNvSpPr txBox="1"/>
            <p:nvPr/>
          </p:nvSpPr>
          <p:spPr>
            <a:xfrm>
              <a:off x="4707217" y="3455904"/>
              <a:ext cx="2744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D03E0E77-D8B8-859B-B8FB-BEADDD214D59}"/>
                </a:ext>
              </a:extLst>
            </p:cNvPr>
            <p:cNvCxnSpPr>
              <a:cxnSpLocks/>
            </p:cNvCxnSpPr>
            <p:nvPr/>
          </p:nvCxnSpPr>
          <p:spPr>
            <a:xfrm>
              <a:off x="2239487" y="3424622"/>
              <a:ext cx="24194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00478957-220F-4085-2E42-975E4FD96361}"/>
                </a:ext>
              </a:extLst>
            </p:cNvPr>
            <p:cNvCxnSpPr>
              <a:cxnSpLocks/>
            </p:cNvCxnSpPr>
            <p:nvPr/>
          </p:nvCxnSpPr>
          <p:spPr>
            <a:xfrm>
              <a:off x="4844434" y="3424622"/>
              <a:ext cx="21016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BDF7216F-F36D-FDD3-2C4C-E6CC0EB9EF00}"/>
                </a:ext>
              </a:extLst>
            </p:cNvPr>
            <p:cNvCxnSpPr>
              <a:cxnSpLocks/>
            </p:cNvCxnSpPr>
            <p:nvPr/>
          </p:nvCxnSpPr>
          <p:spPr>
            <a:xfrm>
              <a:off x="2481433" y="1184969"/>
              <a:ext cx="2363001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CC26E3C5-17D6-E8BE-A15D-7B9F5E180E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81599" y="1178625"/>
              <a:ext cx="0" cy="224629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A74A24B5-268C-58AA-1514-07E7860C86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44434" y="1178625"/>
              <a:ext cx="0" cy="224629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Arrow: Circular 89">
            <a:extLst>
              <a:ext uri="{FF2B5EF4-FFF2-40B4-BE49-F238E27FC236}">
                <a16:creationId xmlns:a16="http://schemas.microsoft.com/office/drawing/2014/main" id="{EB90B67F-61E8-595D-6E5A-22ED58E7D71A}"/>
              </a:ext>
            </a:extLst>
          </p:cNvPr>
          <p:cNvSpPr/>
          <p:nvPr/>
        </p:nvSpPr>
        <p:spPr>
          <a:xfrm rot="19056414">
            <a:off x="3694296" y="1737689"/>
            <a:ext cx="654339" cy="654090"/>
          </a:xfrm>
          <a:prstGeom prst="circularArrow">
            <a:avLst>
              <a:gd name="adj1" fmla="val 3385"/>
              <a:gd name="adj2" fmla="val 917048"/>
              <a:gd name="adj3" fmla="val 21363221"/>
              <a:gd name="adj4" fmla="val 15965106"/>
              <a:gd name="adj5" fmla="val 784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5F31BDC-202D-D527-0AD8-C9FF79BB0947}"/>
              </a:ext>
            </a:extLst>
          </p:cNvPr>
          <p:cNvSpPr txBox="1"/>
          <p:nvPr/>
        </p:nvSpPr>
        <p:spPr>
          <a:xfrm>
            <a:off x="3292049" y="3422011"/>
            <a:ext cx="2744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AB1EA2E-A8B2-1CDB-DC74-018C1B4C6735}"/>
              </a:ext>
            </a:extLst>
          </p:cNvPr>
          <p:cNvSpPr txBox="1"/>
          <p:nvPr/>
        </p:nvSpPr>
        <p:spPr>
          <a:xfrm>
            <a:off x="34476" y="670794"/>
            <a:ext cx="1025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AA81AED-0EEB-A9F9-5DDF-CF6E0377F5E8}"/>
              </a:ext>
            </a:extLst>
          </p:cNvPr>
          <p:cNvSpPr txBox="1"/>
          <p:nvPr/>
        </p:nvSpPr>
        <p:spPr>
          <a:xfrm>
            <a:off x="7381944" y="520051"/>
            <a:ext cx="5126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(u)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69ABB82-5B84-0A88-9E86-6E18DEB81BBC}"/>
              </a:ext>
            </a:extLst>
          </p:cNvPr>
          <p:cNvSpPr txBox="1"/>
          <p:nvPr/>
        </p:nvSpPr>
        <p:spPr>
          <a:xfrm>
            <a:off x="4669662" y="3416421"/>
            <a:ext cx="2744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21AB832-E160-B2CB-3004-2FC17C359804}"/>
              </a:ext>
            </a:extLst>
          </p:cNvPr>
          <p:cNvSpPr txBox="1"/>
          <p:nvPr/>
        </p:nvSpPr>
        <p:spPr>
          <a:xfrm>
            <a:off x="3552997" y="1890573"/>
            <a:ext cx="92653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Rotate the uniform PDF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B34935-334E-0B52-4592-AC485D51B56C}"/>
              </a:ext>
            </a:extLst>
          </p:cNvPr>
          <p:cNvSpPr txBox="1"/>
          <p:nvPr/>
        </p:nvSpPr>
        <p:spPr>
          <a:xfrm>
            <a:off x="7922355" y="671842"/>
            <a:ext cx="6015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48A2EB-A6D7-97AC-7D8B-EFEB4CD401E9}"/>
              </a:ext>
            </a:extLst>
          </p:cNvPr>
          <p:cNvSpPr txBox="1"/>
          <p:nvPr/>
        </p:nvSpPr>
        <p:spPr>
          <a:xfrm>
            <a:off x="11205158" y="3403622"/>
            <a:ext cx="6015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550200-7726-B5A7-B07F-D3495DC5E2F0}"/>
              </a:ext>
            </a:extLst>
          </p:cNvPr>
          <p:cNvSpPr txBox="1"/>
          <p:nvPr/>
        </p:nvSpPr>
        <p:spPr>
          <a:xfrm>
            <a:off x="11205158" y="6322702"/>
            <a:ext cx="6015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1CCA41-455F-85E5-39F1-FD4020139244}"/>
              </a:ext>
            </a:extLst>
          </p:cNvPr>
          <p:cNvSpPr txBox="1"/>
          <p:nvPr/>
        </p:nvSpPr>
        <p:spPr>
          <a:xfrm>
            <a:off x="7973139" y="3604828"/>
            <a:ext cx="6015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FDAA55-46CE-86A8-072F-99F2073CA21C}"/>
              </a:ext>
            </a:extLst>
          </p:cNvPr>
          <p:cNvSpPr txBox="1"/>
          <p:nvPr/>
        </p:nvSpPr>
        <p:spPr>
          <a:xfrm>
            <a:off x="6475" y="461820"/>
            <a:ext cx="22521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Uniform PDF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D07B1D-DCBE-89D7-C03C-789AF4642E2C}"/>
              </a:ext>
            </a:extLst>
          </p:cNvPr>
          <p:cNvSpPr txBox="1"/>
          <p:nvPr/>
        </p:nvSpPr>
        <p:spPr>
          <a:xfrm>
            <a:off x="7922355" y="471592"/>
            <a:ext cx="22521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CDF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F74FEEC-C5FD-2E49-294A-3588C51AF00A}"/>
              </a:ext>
            </a:extLst>
          </p:cNvPr>
          <p:cNvSpPr/>
          <p:nvPr/>
        </p:nvSpPr>
        <p:spPr>
          <a:xfrm>
            <a:off x="8467725" y="5060950"/>
            <a:ext cx="2835275" cy="1333500"/>
          </a:xfrm>
          <a:custGeom>
            <a:avLst/>
            <a:gdLst>
              <a:gd name="connsiteX0" fmla="*/ 0 w 2835275"/>
              <a:gd name="connsiteY0" fmla="*/ 1327150 h 1333500"/>
              <a:gd name="connsiteX1" fmla="*/ 239713 w 2835275"/>
              <a:gd name="connsiteY1" fmla="*/ 1327150 h 1333500"/>
              <a:gd name="connsiteX2" fmla="*/ 438150 w 2835275"/>
              <a:gd name="connsiteY2" fmla="*/ 1319213 h 1333500"/>
              <a:gd name="connsiteX3" fmla="*/ 534988 w 2835275"/>
              <a:gd name="connsiteY3" fmla="*/ 1296988 h 1333500"/>
              <a:gd name="connsiteX4" fmla="*/ 592138 w 2835275"/>
              <a:gd name="connsiteY4" fmla="*/ 1273175 h 1333500"/>
              <a:gd name="connsiteX5" fmla="*/ 654050 w 2835275"/>
              <a:gd name="connsiteY5" fmla="*/ 1241425 h 1333500"/>
              <a:gd name="connsiteX6" fmla="*/ 741363 w 2835275"/>
              <a:gd name="connsiteY6" fmla="*/ 1171575 h 1333500"/>
              <a:gd name="connsiteX7" fmla="*/ 809625 w 2835275"/>
              <a:gd name="connsiteY7" fmla="*/ 1087438 h 1333500"/>
              <a:gd name="connsiteX8" fmla="*/ 850900 w 2835275"/>
              <a:gd name="connsiteY8" fmla="*/ 1033463 h 1333500"/>
              <a:gd name="connsiteX9" fmla="*/ 909638 w 2835275"/>
              <a:gd name="connsiteY9" fmla="*/ 925513 h 1333500"/>
              <a:gd name="connsiteX10" fmla="*/ 992188 w 2835275"/>
              <a:gd name="connsiteY10" fmla="*/ 760413 h 1333500"/>
              <a:gd name="connsiteX11" fmla="*/ 1144588 w 2835275"/>
              <a:gd name="connsiteY11" fmla="*/ 398463 h 1333500"/>
              <a:gd name="connsiteX12" fmla="*/ 1227138 w 2835275"/>
              <a:gd name="connsiteY12" fmla="*/ 219075 h 1333500"/>
              <a:gd name="connsiteX13" fmla="*/ 1279525 w 2835275"/>
              <a:gd name="connsiteY13" fmla="*/ 127000 h 1333500"/>
              <a:gd name="connsiteX14" fmla="*/ 1339850 w 2835275"/>
              <a:gd name="connsiteY14" fmla="*/ 46038 h 1333500"/>
              <a:gd name="connsiteX15" fmla="*/ 1381125 w 2835275"/>
              <a:gd name="connsiteY15" fmla="*/ 15875 h 1333500"/>
              <a:gd name="connsiteX16" fmla="*/ 1423988 w 2835275"/>
              <a:gd name="connsiteY16" fmla="*/ 0 h 1333500"/>
              <a:gd name="connsiteX17" fmla="*/ 1465263 w 2835275"/>
              <a:gd name="connsiteY17" fmla="*/ 15875 h 1333500"/>
              <a:gd name="connsiteX18" fmla="*/ 1504950 w 2835275"/>
              <a:gd name="connsiteY18" fmla="*/ 39688 h 1333500"/>
              <a:gd name="connsiteX19" fmla="*/ 1541463 w 2835275"/>
              <a:gd name="connsiteY19" fmla="*/ 80963 h 1333500"/>
              <a:gd name="connsiteX20" fmla="*/ 1582738 w 2835275"/>
              <a:gd name="connsiteY20" fmla="*/ 144463 h 1333500"/>
              <a:gd name="connsiteX21" fmla="*/ 1671638 w 2835275"/>
              <a:gd name="connsiteY21" fmla="*/ 314325 h 1333500"/>
              <a:gd name="connsiteX22" fmla="*/ 1743075 w 2835275"/>
              <a:gd name="connsiteY22" fmla="*/ 488950 h 1333500"/>
              <a:gd name="connsiteX23" fmla="*/ 1814513 w 2835275"/>
              <a:gd name="connsiteY23" fmla="*/ 660400 h 1333500"/>
              <a:gd name="connsiteX24" fmla="*/ 1882775 w 2835275"/>
              <a:gd name="connsiteY24" fmla="*/ 811213 h 1333500"/>
              <a:gd name="connsiteX25" fmla="*/ 1933575 w 2835275"/>
              <a:gd name="connsiteY25" fmla="*/ 915988 h 1333500"/>
              <a:gd name="connsiteX26" fmla="*/ 1987550 w 2835275"/>
              <a:gd name="connsiteY26" fmla="*/ 1009650 h 1333500"/>
              <a:gd name="connsiteX27" fmla="*/ 2046288 w 2835275"/>
              <a:gd name="connsiteY27" fmla="*/ 1096963 h 1333500"/>
              <a:gd name="connsiteX28" fmla="*/ 2093913 w 2835275"/>
              <a:gd name="connsiteY28" fmla="*/ 1157288 h 1333500"/>
              <a:gd name="connsiteX29" fmla="*/ 2170113 w 2835275"/>
              <a:gd name="connsiteY29" fmla="*/ 1225550 h 1333500"/>
              <a:gd name="connsiteX30" fmla="*/ 2235200 w 2835275"/>
              <a:gd name="connsiteY30" fmla="*/ 1265238 h 1333500"/>
              <a:gd name="connsiteX31" fmla="*/ 2320925 w 2835275"/>
              <a:gd name="connsiteY31" fmla="*/ 1296988 h 1333500"/>
              <a:gd name="connsiteX32" fmla="*/ 2419350 w 2835275"/>
              <a:gd name="connsiteY32" fmla="*/ 1319213 h 1333500"/>
              <a:gd name="connsiteX33" fmla="*/ 2503488 w 2835275"/>
              <a:gd name="connsiteY33" fmla="*/ 1330325 h 1333500"/>
              <a:gd name="connsiteX34" fmla="*/ 2659063 w 2835275"/>
              <a:gd name="connsiteY34" fmla="*/ 1333500 h 1333500"/>
              <a:gd name="connsiteX35" fmla="*/ 2835275 w 2835275"/>
              <a:gd name="connsiteY35" fmla="*/ 1333500 h 133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2835275" h="1333500">
                <a:moveTo>
                  <a:pt x="0" y="1327150"/>
                </a:moveTo>
                <a:lnTo>
                  <a:pt x="239713" y="1327150"/>
                </a:lnTo>
                <a:lnTo>
                  <a:pt x="438150" y="1319213"/>
                </a:lnTo>
                <a:lnTo>
                  <a:pt x="534988" y="1296988"/>
                </a:lnTo>
                <a:lnTo>
                  <a:pt x="592138" y="1273175"/>
                </a:lnTo>
                <a:lnTo>
                  <a:pt x="654050" y="1241425"/>
                </a:lnTo>
                <a:lnTo>
                  <a:pt x="741363" y="1171575"/>
                </a:lnTo>
                <a:lnTo>
                  <a:pt x="809625" y="1087438"/>
                </a:lnTo>
                <a:lnTo>
                  <a:pt x="850900" y="1033463"/>
                </a:lnTo>
                <a:lnTo>
                  <a:pt x="909638" y="925513"/>
                </a:lnTo>
                <a:lnTo>
                  <a:pt x="992188" y="760413"/>
                </a:lnTo>
                <a:lnTo>
                  <a:pt x="1144588" y="398463"/>
                </a:lnTo>
                <a:lnTo>
                  <a:pt x="1227138" y="219075"/>
                </a:lnTo>
                <a:lnTo>
                  <a:pt x="1279525" y="127000"/>
                </a:lnTo>
                <a:lnTo>
                  <a:pt x="1339850" y="46038"/>
                </a:lnTo>
                <a:lnTo>
                  <a:pt x="1381125" y="15875"/>
                </a:lnTo>
                <a:lnTo>
                  <a:pt x="1423988" y="0"/>
                </a:lnTo>
                <a:lnTo>
                  <a:pt x="1465263" y="15875"/>
                </a:lnTo>
                <a:lnTo>
                  <a:pt x="1504950" y="39688"/>
                </a:lnTo>
                <a:lnTo>
                  <a:pt x="1541463" y="80963"/>
                </a:lnTo>
                <a:lnTo>
                  <a:pt x="1582738" y="144463"/>
                </a:lnTo>
                <a:lnTo>
                  <a:pt x="1671638" y="314325"/>
                </a:lnTo>
                <a:lnTo>
                  <a:pt x="1743075" y="488950"/>
                </a:lnTo>
                <a:lnTo>
                  <a:pt x="1814513" y="660400"/>
                </a:lnTo>
                <a:lnTo>
                  <a:pt x="1882775" y="811213"/>
                </a:lnTo>
                <a:lnTo>
                  <a:pt x="1933575" y="915988"/>
                </a:lnTo>
                <a:lnTo>
                  <a:pt x="1987550" y="1009650"/>
                </a:lnTo>
                <a:lnTo>
                  <a:pt x="2046288" y="1096963"/>
                </a:lnTo>
                <a:lnTo>
                  <a:pt x="2093913" y="1157288"/>
                </a:lnTo>
                <a:lnTo>
                  <a:pt x="2170113" y="1225550"/>
                </a:lnTo>
                <a:lnTo>
                  <a:pt x="2235200" y="1265238"/>
                </a:lnTo>
                <a:lnTo>
                  <a:pt x="2320925" y="1296988"/>
                </a:lnTo>
                <a:lnTo>
                  <a:pt x="2419350" y="1319213"/>
                </a:lnTo>
                <a:lnTo>
                  <a:pt x="2503488" y="1330325"/>
                </a:lnTo>
                <a:lnTo>
                  <a:pt x="2659063" y="1333500"/>
                </a:lnTo>
                <a:lnTo>
                  <a:pt x="2835275" y="1333500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50B39D2-721A-5629-0802-7DC024414C4D}"/>
              </a:ext>
            </a:extLst>
          </p:cNvPr>
          <p:cNvCxnSpPr>
            <a:cxnSpLocks/>
          </p:cNvCxnSpPr>
          <p:nvPr/>
        </p:nvCxnSpPr>
        <p:spPr>
          <a:xfrm>
            <a:off x="4969559" y="1602617"/>
            <a:ext cx="516651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348E671-DCB9-07A2-EFE6-6E9F667D5A97}"/>
              </a:ext>
            </a:extLst>
          </p:cNvPr>
          <p:cNvCxnSpPr>
            <a:cxnSpLocks/>
          </p:cNvCxnSpPr>
          <p:nvPr/>
        </p:nvCxnSpPr>
        <p:spPr>
          <a:xfrm>
            <a:off x="10131191" y="1604734"/>
            <a:ext cx="0" cy="478517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7707E7C-E78A-41DE-F4BD-9C821F68BB15}"/>
              </a:ext>
            </a:extLst>
          </p:cNvPr>
          <p:cNvSpPr txBox="1"/>
          <p:nvPr/>
        </p:nvSpPr>
        <p:spPr>
          <a:xfrm>
            <a:off x="7350283" y="3852454"/>
            <a:ext cx="11736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PDF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33A7BF2-219C-D1D1-C5EE-0938AB43B29B}"/>
              </a:ext>
            </a:extLst>
          </p:cNvPr>
          <p:cNvSpPr txBox="1"/>
          <p:nvPr/>
        </p:nvSpPr>
        <p:spPr>
          <a:xfrm>
            <a:off x="2824677" y="3886879"/>
            <a:ext cx="2431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 uniformly distributed random variable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9CB541E-B63E-A7F4-BB37-D6EFB8958301}"/>
              </a:ext>
            </a:extLst>
          </p:cNvPr>
          <p:cNvSpPr txBox="1"/>
          <p:nvPr/>
        </p:nvSpPr>
        <p:spPr>
          <a:xfrm>
            <a:off x="6343173" y="4904854"/>
            <a:ext cx="20979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 normally distributed random variable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45516C4-D8D9-1D88-D574-21E2DC469634}"/>
              </a:ext>
            </a:extLst>
          </p:cNvPr>
          <p:cNvSpPr txBox="1"/>
          <p:nvPr/>
        </p:nvSpPr>
        <p:spPr>
          <a:xfrm>
            <a:off x="9245494" y="294101"/>
            <a:ext cx="233453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Follows the process of feeding a uniform sample into the INVERSE normal CDF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9C266CD1-2405-492F-F3AB-258ED8693070}"/>
              </a:ext>
            </a:extLst>
          </p:cNvPr>
          <p:cNvCxnSpPr/>
          <p:nvPr/>
        </p:nvCxnSpPr>
        <p:spPr>
          <a:xfrm flipH="1">
            <a:off x="9623382" y="1063522"/>
            <a:ext cx="151293" cy="459071"/>
          </a:xfrm>
          <a:prstGeom prst="straightConnector1">
            <a:avLst/>
          </a:prstGeom>
          <a:ln w="63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960BCD4-F711-25D5-9227-4AAF70CC5066}"/>
              </a:ext>
            </a:extLst>
          </p:cNvPr>
          <p:cNvSpPr txBox="1"/>
          <p:nvPr/>
        </p:nvSpPr>
        <p:spPr>
          <a:xfrm>
            <a:off x="4675818" y="1441276"/>
            <a:ext cx="6015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14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sz="1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EE7951-1F0F-94DA-0C97-8C7BC6824C2A}"/>
              </a:ext>
            </a:extLst>
          </p:cNvPr>
          <p:cNvSpPr txBox="1"/>
          <p:nvPr/>
        </p:nvSpPr>
        <p:spPr>
          <a:xfrm>
            <a:off x="9995070" y="6367237"/>
            <a:ext cx="6015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4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sz="1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3348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7">
            <a:extLst>
              <a:ext uri="{FF2B5EF4-FFF2-40B4-BE49-F238E27FC236}">
                <a16:creationId xmlns:a16="http://schemas.microsoft.com/office/drawing/2014/main" id="{07E3EF07-E6F7-47BC-E121-3DB57ED20BBE}"/>
              </a:ext>
            </a:extLst>
          </p:cNvPr>
          <p:cNvSpPr txBox="1"/>
          <p:nvPr/>
        </p:nvSpPr>
        <p:spPr>
          <a:xfrm>
            <a:off x="4554228" y="2330731"/>
            <a:ext cx="252582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Feeding a uniformly distributed random variable into the inverse of a CDF for another distribution produces samples from the new distribution (e.g. black arrow)</a:t>
            </a:r>
          </a:p>
        </p:txBody>
      </p:sp>
    </p:spTree>
    <p:extLst>
      <p:ext uri="{BB962C8B-B14F-4D97-AF65-F5344CB8AC3E}">
        <p14:creationId xmlns:p14="http://schemas.microsoft.com/office/powerpoint/2010/main" val="20663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127</Words>
  <Application>Microsoft Macintosh PowerPoint</Application>
  <PresentationFormat>Widescreen</PresentationFormat>
  <Paragraphs>55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Kyle Bradbury, Ph.D.</dc:creator>
  <cp:lastModifiedBy>Kyle Bradbury, Ph.D.</cp:lastModifiedBy>
  <cp:revision>7</cp:revision>
  <dcterms:created xsi:type="dcterms:W3CDTF">2024-12-11T03:46:31Z</dcterms:created>
  <dcterms:modified xsi:type="dcterms:W3CDTF">2024-12-17T04:01:29Z</dcterms:modified>
</cp:coreProperties>
</file>